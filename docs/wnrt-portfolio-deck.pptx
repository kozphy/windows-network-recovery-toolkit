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Windows Network Recovery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A9B8E"/>
                </a:solidFill>
                <a:latin typeface="Calibri"/>
              </a:rPr>
              <a:t>Technology Risk &amp; Control Analytics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6F5F3"/>
                </a:solidFill>
                <a:latin typeface="Calibri"/>
              </a:rPr>
              <a:t>Evidence → classification → control tests → policy-gated remediation preview → audit custody.
Portfolio deck  ·  English  ·  Not antivirus, EDR, or autonomous repair software.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C8F"/>
                </a:solidFill>
                <a:latin typeface="Calibri"/>
              </a:rPr>
              <a:t>WNRT · Technology Risk &amp; Control Analytics Platform  ·  Portfolio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6F5F3"/>
                </a:solidFill>
                <a:latin typeface="Calibri"/>
              </a:rPr>
              <a:t>Endpoints can look “online” while browsers and SSO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0">
                <a:solidFill>
                  <a:srgbClr val="2C3A4B"/>
                </a:solidFill>
                <a:latin typeface="Calibri"/>
              </a:rPr>
              <a:t>•  Dead localhost WinINET proxies (e.g. 127.0.0.1:59081) with no listener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2C3A4B"/>
                </a:solidFill>
                <a:latin typeface="Calibri"/>
              </a:rPr>
              <a:t>•  WinINET vs WinHTTP drift — stacks disagree; ping/DNS still succeed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2C3A4B"/>
                </a:solidFill>
                <a:latin typeface="Calibri"/>
              </a:rPr>
              <a:t>•  TLS path mismatches and intermittent rewrites without registry-writer proof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2C3A4B"/>
                </a:solidFill>
                <a:latin typeface="Calibri"/>
              </a:rPr>
              <a:t>•  Operators guess Wi‑Fi / VPN / “virus” without reproducible evidence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2C3A4B"/>
                </a:solidFill>
                <a:latin typeface="Calibri"/>
              </a:rPr>
              <a:t>•  Risky “fix scripts” skip governance: no preview, no audit chain, no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C8F"/>
                </a:solidFill>
                <a:latin typeface="Calibri"/>
              </a:rPr>
              <a:t>WNRT · Technology Risk &amp; Control Analytics Platform  ·  Portfolio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What WNRT is — and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6F5F3"/>
                </a:solidFill>
                <a:latin typeface="Calibri"/>
              </a:rPr>
              <a:t>Positioning for FAANG / Big 4 / risk reviewers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We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749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3A4B"/>
                </a:solidFill>
                <a:latin typeface="Calibri"/>
              </a:rPr>
              <a:t>Deterministic Windows endpoint evidence collection.
Incident classification with proof tiers (T0–T5) and limitations[].
Control testing, policy gates, dry-run remediation previews.
Hash-chained audit custody and governance / Power BI exports.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We do not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749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3A4B"/>
                </a:solidFill>
                <a:latin typeface="Calibri"/>
              </a:rPr>
              <a:t>Antivirus, EDR, XDR, or malware attribution.
Autonomous remediation or AI-authorized apply.
Formal audit opinions — reports are management information.
Default process kill, firewall reset, or adapter disable.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C8F"/>
                </a:solidFill>
                <a:latin typeface="Calibri"/>
              </a:rPr>
              <a:t>WNRT · Technology Risk &amp; Control Analytics Platform  ·  Portfolio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Governance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6F5F3"/>
                </a:solidFill>
                <a:latin typeface="Calibri"/>
              </a:rPr>
              <a:t>Stages stay separate — observation is not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11680"/>
            <a:ext cx="1783080" cy="29260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9B8E"/>
                </a:solidFill>
                <a:latin typeface="Calibri"/>
              </a:rPr>
              <a:t>1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A4B"/>
                </a:solidFill>
                <a:latin typeface="Calibri"/>
              </a:rPr>
              <a:t>Registry, listeners,
probes, fixtures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011680"/>
            <a:ext cx="1783080" cy="29260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19456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9B8E"/>
                </a:solidFill>
                <a:latin typeface="Calibri"/>
              </a:rPr>
              <a:t>2 Hypothesize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01752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A4B"/>
                </a:solidFill>
                <a:latin typeface="Calibri"/>
              </a:rPr>
              <a:t>Triage labels +
ordinal confidence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011680"/>
            <a:ext cx="1783080" cy="29260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9456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9B8E"/>
                </a:solidFill>
                <a:latin typeface="Calibri"/>
              </a:rPr>
              <a:t>3 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01752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A4B"/>
                </a:solidFill>
                <a:latin typeface="Calibri"/>
              </a:rPr>
              <a:t>Evidence tiers
T0–T5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11680"/>
            <a:ext cx="1783080" cy="29260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19456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9B8E"/>
                </a:solidFill>
                <a:latin typeface="Calibri"/>
              </a:rPr>
              <a:t>4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01752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A4B"/>
                </a:solidFill>
                <a:latin typeface="Calibri"/>
              </a:rPr>
              <a:t>Allow / deny +
confirmation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011680"/>
            <a:ext cx="1783080" cy="29260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19456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9B8E"/>
                </a:solidFill>
                <a:latin typeface="Calibri"/>
              </a:rPr>
              <a:t>5 Remediate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01752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A4B"/>
                </a:solidFill>
                <a:latin typeface="Calibri"/>
              </a:rPr>
              <a:t>Preview-first;
dry-run default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2011680"/>
            <a:ext cx="1783080" cy="29260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19" y="219456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9B8E"/>
                </a:solidFill>
                <a:latin typeface="Calibri"/>
              </a:rPr>
              <a:t>6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19" y="301752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A4B"/>
                </a:solidFill>
                <a:latin typeface="Calibri"/>
              </a:rPr>
              <a:t>JSONL custody +
tip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A3A"/>
                </a:solidFill>
                <a:latin typeface="Calibri"/>
              </a:rPr>
              <a:t>Correlation ≠ causation · Classification ≠ accusation · Policy allow ≠ safety guarantee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C8F"/>
                </a:solidFill>
                <a:latin typeface="Calibri"/>
              </a:rPr>
              <a:t>WNRT · Technology Risk &amp; Control Analytics Platform  ·  Portfolio 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Safety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6F5F3"/>
                </a:solidFill>
                <a:latin typeface="Calibri"/>
              </a:rPr>
              <a:t>Remediation is gated; humans authorize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700" b="0">
                <a:solidFill>
                  <a:srgbClr val="2C3A4B"/>
                </a:solidFill>
                <a:latin typeface="Calibri"/>
              </a:rPr>
              <a:t>•  Dry-run / preview by default (`--dry-run true`)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C3A4B"/>
                </a:solidFill>
                <a:latin typeface="Calibri"/>
              </a:rPr>
              <a:t>•  Typed confirmation tokens for risky WinINET changes (e.g. DISABLE_WININET_PROXY)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C3A4B"/>
                </a:solidFill>
                <a:latin typeface="Calibri"/>
              </a:rPr>
              <a:t>•  Blocked by default: process kill, firewall reset, adapter disable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C3A4B"/>
                </a:solidFill>
                <a:latin typeface="Calibri"/>
              </a:rPr>
              <a:t>•  CI safety contracts: policy, classifier wording, dry-run API defaults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C3A4B"/>
                </a:solidFill>
                <a:latin typeface="Calibri"/>
              </a:rPr>
              <a:t>•  Prefer deterministic fixtures over live-host speculation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C3A4B"/>
                </a:solidFill>
                <a:latin typeface="Calibri"/>
              </a:rPr>
              <a:t>•  Preserve limitations[] in every operator-facing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C8F"/>
                </a:solidFill>
                <a:latin typeface="Calibri"/>
              </a:rPr>
              <a:t>WNRT · Technology Risk &amp; Control Analytics Platform  ·  Portfolio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Architecture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6F5F3"/>
                </a:solidFill>
                <a:latin typeface="Calibri"/>
              </a:rPr>
              <a:t>Repo map reviewers can navigate in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658368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8191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windows_network_toolkit/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58191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3A4B"/>
                </a:solidFill>
                <a:latin typeface="Calibri"/>
              </a:rPr>
              <a:t>Primary CLI — proxy-status, diagnose, governance-report,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67128"/>
            <a:ext cx="11155680" cy="658368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src/platform_core/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331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3A4B"/>
                </a:solidFill>
                <a:latin typeface="Calibri"/>
              </a:rPr>
              <a:t>Policy, evidence tiers, remediation preview, audit writers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16936"/>
            <a:ext cx="11155680" cy="658368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8152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src/proxy_drift/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0815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3A4B"/>
                </a:solidFill>
                <a:latin typeface="Calibri"/>
              </a:rPr>
              <a:t>Startup observability, guardian, DNS health, evidence bundle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66744"/>
            <a:ext cx="11155680" cy="658368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31335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backend/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831335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3A4B"/>
                </a:solidFill>
                <a:latin typeface="Calibri"/>
              </a:rPr>
              <a:t>FastAPI — /trisk/*, /platform/*, enterprise routes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16552"/>
            <a:ext cx="11155680" cy="658368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81144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tests/fixtures/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58114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3A4B"/>
                </a:solidFill>
                <a:latin typeface="Calibri"/>
              </a:rPr>
              <a:t>Deterministic cases (e.g. dead proxy 59081)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66360"/>
            <a:ext cx="11155680" cy="658368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3309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analytics/powerbi/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3309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3A4B"/>
                </a:solidFill>
                <a:latin typeface="Calibri"/>
              </a:rPr>
              <a:t>Star-schema exports and interview-ready blueprints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C8F"/>
                </a:solidFill>
                <a:latin typeface="Calibri"/>
              </a:rPr>
              <a:t>WNRT · Technology Risk &amp; Control Analytics Platform  ·  Portfolio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Case study: dead localhost proxy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6F5F3"/>
                </a:solidFill>
                <a:latin typeface="Calibri"/>
              </a:rPr>
              <a:t>CASE_1_DEAD_WININET_PROXY · fixture-backed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Symptom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3375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3A4B"/>
                </a:solidFill>
                <a:latin typeface="Calibri"/>
              </a:rPr>
              <a:t>ERR_PROXY_CONNECTION_FAILED / SSO timeouts.
Ping and DNS succeed — host looks online.
Users blame Wi‑Fi, VPN, or malware without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Evidence (read-only)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20"/>
            <a:ext cx="33375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3A4B"/>
                </a:solidFill>
                <a:latin typeface="Calibri"/>
              </a:rPr>
              <a:t>WinINET: ProxyEnable=1 → 127.0.0.1:59081
WinHTTP: direct
No listener on 59081
Direct HTTPS OK; proxy path fails
Proof tier T2 — not writer proof (T5)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474720" cy="4297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5544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874520"/>
            <a:ext cx="3154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3A4B"/>
                </a:solidFill>
                <a:latin typeface="Calibri"/>
              </a:rPr>
              <a:t>Class: DEAD_PROXY_CONFIG
Reliability risk — not a malware verdict
Remediation: preview + typed confirm
Audit JSONL + governance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C8F"/>
                </a:solidFill>
                <a:latin typeface="Calibri"/>
              </a:rPr>
              <a:t>WNRT · Technology Risk &amp; Control Analytics Platform  ·  Portfolio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Reviewer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6F5F3"/>
                </a:solidFill>
                <a:latin typeface="Calibri"/>
              </a:rPr>
              <a:t>Same platform — different entry 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FAANG / SRE /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33375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3A4B"/>
                </a:solidFill>
                <a:latin typeface="Calibri"/>
              </a:rPr>
              <a:t>docs/faang-platform-review.md
State machine · API examples
Fleet simulate &amp; Docker demo
Emphasis: contracts, stages, scale 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Big 4 / Tech risk /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3375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3A4B"/>
                </a:solidFill>
                <a:latin typeface="Calibri"/>
              </a:rPr>
              <a:t>docs/big4-interview-defense.md
Control matrix · sample governance report
Evidence tiers &amp; limitations[]
Emphasis: defendable wording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5448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9B8E"/>
                </a:solidFill>
                <a:latin typeface="Calibri"/>
              </a:rPr>
              <a:t>Power BI /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74520"/>
            <a:ext cx="32461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3A4B"/>
                </a:solidFill>
                <a:latin typeface="Calibri"/>
              </a:rPr>
              <a:t>docs/powerbi-interview-story.md
Star-schema CSV exports
Committee-ready KPIs
Emphasis: explainable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C8F"/>
                </a:solidFill>
                <a:latin typeface="Calibri"/>
              </a:rPr>
              <a:t>WNRT · Technology Risk &amp; Control Analytics Platform  ·  Portfolio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3-minute proof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6F5F3"/>
                </a:solidFill>
                <a:latin typeface="Calibri"/>
              </a:rPr>
              <a:t>Commands stay read-only unless you confirm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0">
                <a:solidFill>
                  <a:srgbClr val="2C3A4B"/>
                </a:solidFill>
                <a:latin typeface="Calibri"/>
              </a:rPr>
              <a:t>•  python -m windows_network_toolkit proxy-status --fixture dead_proxy_60505.json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C3A4B"/>
                </a:solidFill>
                <a:latin typeface="Calibri"/>
              </a:rPr>
              <a:t>•  python -m windows_network_toolkit proxy-disable --dry-run true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C3A4B"/>
                </a:solidFill>
                <a:latin typeface="Calibri"/>
              </a:rPr>
              <a:t>•  python -m windows_network_toolkit reviewer-demo --mode mixed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C3A4B"/>
                </a:solidFill>
                <a:latin typeface="Calibri"/>
              </a:rPr>
              <a:t>•  python -m windows_network_toolkit fleet-simulate --scenario mixed_proxy_failures --endpoints 100 --seed 42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C3A4B"/>
                </a:solidFill>
                <a:latin typeface="Calibri"/>
              </a:rPr>
              <a:t>•  python -m windows_network_toolkit audit verify .audit/canonical_custody.jsonl --check-tip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C3A4B"/>
                </a:solidFill>
                <a:latin typeface="Calibri"/>
              </a:rPr>
              <a:t>•  pytest -q tests/test_policy_safety_contract.py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C3A4B"/>
                </a:solidFill>
                <a:latin typeface="Calibri"/>
              </a:rPr>
              <a:t>•  Docs: interview-demo-3min.md · PORTFOLIO.md · one-page-case-study-dead-proxy.md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C8F"/>
                </a:solidFill>
                <a:latin typeface="Calibri"/>
              </a:rPr>
              <a:t>WNRT · Technology Risk &amp; Control Analytics Platform  ·  Portfolio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9B8E"/>
                </a:solidFill>
                <a:latin typeface="Calibr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WNRT turns messy Windows endpoint reliability signals into explainable classifications,
control results, policy-gated previews, and audit-backed governance exports —
without pretending to be antivirus or an autonomous fixer.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F5F3"/>
                </a:solidFill>
                <a:latin typeface="Calibri"/>
              </a:rPr>
              <a:t>Next: live fixture demo  ·  governance report walkthrough  ·  fleet-simulate
Start: README.md  ·  PORTFOLIO.md  ·  docs/ONBOARDING.md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C8F"/>
                </a:solidFill>
                <a:latin typeface="Calibri"/>
              </a:rPr>
              <a:t>WNRT · Technology Risk &amp; Control Analytics Platform  ·  Portfolio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